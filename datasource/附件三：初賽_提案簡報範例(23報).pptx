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07200" cy="99393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gttMoIYFN5YhelusUXqbLGsHod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5"/>
    <p:restoredTop sz="94621"/>
  </p:normalViewPr>
  <p:slideViewPr>
    <p:cSldViewPr snapToGrid="0">
      <p:cViewPr varScale="1">
        <p:scale>
          <a:sx n="109" d="100"/>
          <a:sy n="109" d="100"/>
        </p:scale>
        <p:origin x="63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9787" cy="498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5838" y="0"/>
            <a:ext cx="2949787" cy="498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2275" y="1243013"/>
            <a:ext cx="5962650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40647"/>
            <a:ext cx="2949787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820439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510dc4582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510dc4582c_0_0:notes"/>
          <p:cNvSpPr txBox="1">
            <a:spLocks noGrp="1"/>
          </p:cNvSpPr>
          <p:nvPr>
            <p:ph type="body" idx="1"/>
          </p:nvPr>
        </p:nvSpPr>
        <p:spPr>
          <a:xfrm>
            <a:off x="680720" y="4783307"/>
            <a:ext cx="5445900" cy="3913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g1510dc4582c_0_0:notes"/>
          <p:cNvSpPr txBox="1">
            <a:spLocks noGrp="1"/>
          </p:cNvSpPr>
          <p:nvPr>
            <p:ph type="sldNum" idx="12"/>
          </p:nvPr>
        </p:nvSpPr>
        <p:spPr>
          <a:xfrm>
            <a:off x="3855838" y="9440647"/>
            <a:ext cx="2949900" cy="498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zh-TW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4643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 txBox="1">
            <a:spLocks noGrp="1"/>
          </p:cNvSpPr>
          <p:nvPr>
            <p:ph type="body" idx="1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04134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>
            <a:spLocks noGrp="1"/>
          </p:cNvSpPr>
          <p:nvPr>
            <p:ph type="body" idx="1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76902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>
            <a:spLocks noGrp="1"/>
          </p:cNvSpPr>
          <p:nvPr>
            <p:ph type="body" idx="1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311431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>
            <a:spLocks noGrp="1"/>
          </p:cNvSpPr>
          <p:nvPr>
            <p:ph type="body" idx="1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5939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>
            <a:spLocks noGrp="1"/>
          </p:cNvSpPr>
          <p:nvPr>
            <p:ph type="body" idx="1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02332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>
            <a:spLocks noGrp="1"/>
          </p:cNvSpPr>
          <p:nvPr>
            <p:ph type="body" idx="1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34100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>
            <a:spLocks noGrp="1"/>
          </p:cNvSpPr>
          <p:nvPr>
            <p:ph type="body" idx="1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32893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1510dc4582c_0_11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1510dc4582c_0_11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1510dc4582c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510dc4582c_0_15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g1510dc4582c_0_1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1510dc4582c_0_1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1510dc4582c_0_1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g1510dc4582c_0_1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510dc4582c_0_2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510dc4582c_0_2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" name="Google Shape;27;g1510dc4582c_0_22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1510dc4582c_0_2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1510dc4582c_0_2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g1510dc4582c_0_2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1510dc4582c_0_30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4" name="Google Shape;34;g1510dc4582c_0_30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g1510dc4582c_0_3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1510dc4582c_0_34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8" name="Google Shape;38;g1510dc4582c_0_3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1510dc4582c_0_37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g1510dc4582c_0_37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2" name="Google Shape;42;g1510dc4582c_0_37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3" name="Google Shape;43;g1510dc4582c_0_37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g1510dc4582c_0_3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1510dc4582c_0_43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g1510dc4582c_0_4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1510dc4582c_0_46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g1510dc4582c_0_46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g1510dc4582c_0_4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1510dc4582c_0_5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內容">
  <p:cSld name="標題及內容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510dc4582c_0_5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g1510dc4582c_0_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g1510dc4582c_0_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1510dc4582c_0_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9" name="Google Shape;59;g1510dc4582c_0_52"/>
          <p:cNvSpPr txBox="1">
            <a:spLocks noGrp="1"/>
          </p:cNvSpPr>
          <p:nvPr>
            <p:ph type="title"/>
          </p:nvPr>
        </p:nvSpPr>
        <p:spPr>
          <a:xfrm>
            <a:off x="838200" y="4842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0" name="Google Shape;60;g1510dc4582c_0_52"/>
          <p:cNvCxnSpPr/>
          <p:nvPr/>
        </p:nvCxnSpPr>
        <p:spPr>
          <a:xfrm>
            <a:off x="838200" y="1463678"/>
            <a:ext cx="10515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510dc4582c_0_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1510dc4582c_0_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1510dc4582c_0_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667413"/>
          </a:xfrm>
          <a:prstGeom prst="rect">
            <a:avLst/>
          </a:prstGeom>
        </p:spPr>
      </p:pic>
      <p:sp>
        <p:nvSpPr>
          <p:cNvPr id="67" name="Google Shape;67;g1510dc4582c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1510dc4582c_0_0"/>
          <p:cNvSpPr/>
          <p:nvPr/>
        </p:nvSpPr>
        <p:spPr>
          <a:xfrm>
            <a:off x="464251" y="4606175"/>
            <a:ext cx="6981300" cy="2225100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g1510dc4582c_0_0"/>
          <p:cNvSpPr txBox="1">
            <a:spLocks noGrp="1"/>
          </p:cNvSpPr>
          <p:nvPr>
            <p:ph type="ctrTitle"/>
          </p:nvPr>
        </p:nvSpPr>
        <p:spPr>
          <a:xfrm>
            <a:off x="400899" y="4377996"/>
            <a:ext cx="7491600" cy="1234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 smtClean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初賽</a:t>
            </a:r>
            <a:r>
              <a:rPr lang="zh-TW" altLang="en-US" sz="4800" smtClean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提案簡報</a:t>
            </a:r>
            <a:r>
              <a:rPr lang="zh-TW" sz="4800" smtClean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範本</a:t>
            </a:r>
            <a:endParaRPr sz="4800" dirty="0"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70" name="Google Shape;70;g1510dc4582c_0_0"/>
          <p:cNvSpPr txBox="1">
            <a:spLocks noGrp="1"/>
          </p:cNvSpPr>
          <p:nvPr>
            <p:ph type="subTitle" idx="1"/>
          </p:nvPr>
        </p:nvSpPr>
        <p:spPr>
          <a:xfrm>
            <a:off x="931625" y="5546381"/>
            <a:ext cx="44916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參賽</a:t>
            </a:r>
            <a:r>
              <a:rPr lang="zh-TW" altLang="en-US" sz="20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編號</a:t>
            </a:r>
            <a:r>
              <a:rPr lang="zh-TW" sz="20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：</a:t>
            </a:r>
            <a:r>
              <a:rPr lang="en-US" altLang="zh-TW" sz="20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/>
            </a:r>
            <a:br>
              <a:rPr lang="en-US" altLang="zh-TW" sz="20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</a:br>
            <a:r>
              <a:rPr lang="zh-TW" altLang="en-US" sz="20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隊伍名稱：</a:t>
            </a:r>
            <a:endParaRPr sz="2000" dirty="0">
              <a:solidFill>
                <a:schemeClr val="dk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作品</a:t>
            </a:r>
            <a:r>
              <a:rPr lang="zh-TW" sz="2000" dirty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名稱：</a:t>
            </a:r>
            <a:endParaRPr sz="2000" dirty="0">
              <a:solidFill>
                <a:schemeClr val="dk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000" dirty="0" smtClean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注意事項</a:t>
            </a:r>
            <a:endParaRPr sz="1400" dirty="0">
              <a:solidFill>
                <a:schemeClr val="bg1">
                  <a:lumMod val="85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76" name="Google Shape;76;p2"/>
          <p:cNvSpPr txBox="1">
            <a:spLocks noGrp="1"/>
          </p:cNvSpPr>
          <p:nvPr>
            <p:ph type="body" idx="1"/>
          </p:nvPr>
        </p:nvSpPr>
        <p:spPr>
          <a:xfrm>
            <a:off x="838200" y="1538302"/>
            <a:ext cx="10420500" cy="51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1" indent="-234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zh-TW" sz="1400" dirty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簡報</a:t>
            </a:r>
            <a:r>
              <a:rPr lang="zh-TW" sz="1400" dirty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可自由美化，</a:t>
            </a:r>
            <a:r>
              <a:rPr lang="zh-TW" sz="14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但</a:t>
            </a:r>
            <a:r>
              <a:rPr lang="zh-TW" altLang="en-US" sz="14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建議</a:t>
            </a:r>
            <a:r>
              <a:rPr lang="zh-TW" sz="14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包含</a:t>
            </a:r>
            <a:r>
              <a:rPr lang="zh-TW" altLang="en-US" sz="14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作品須知</a:t>
            </a:r>
            <a:r>
              <a:rPr lang="zh-TW" sz="14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中</a:t>
            </a:r>
            <a:r>
              <a:rPr lang="zh-TW" sz="1400" dirty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所提及的架構</a:t>
            </a:r>
            <a:r>
              <a:rPr lang="zh-TW" sz="14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內容</a:t>
            </a:r>
            <a:r>
              <a:rPr lang="zh-TW" altLang="en-US" sz="14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，或簡報中提及的項目</a:t>
            </a:r>
            <a:r>
              <a:rPr lang="zh-TW" sz="14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。</a:t>
            </a:r>
            <a:endParaRPr sz="1400" dirty="0">
              <a:solidFill>
                <a:schemeClr val="dk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28600" lvl="1" indent="-2349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zh-TW" sz="1400" dirty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本文字體大小不可低於16級，行距不得低於16級字的單行間距。</a:t>
            </a:r>
            <a:endParaRPr sz="1400" dirty="0">
              <a:solidFill>
                <a:schemeClr val="dk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28600" lvl="0" indent="-2349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zh-TW" sz="1400" dirty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中文字型「建議」使用新細明體/微軟正黑體，英文字型「建議」使用Arial，檔案大小不得</a:t>
            </a:r>
            <a:r>
              <a:rPr lang="zh-TW" sz="1400" dirty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超過</a:t>
            </a:r>
            <a:r>
              <a:rPr lang="en-US" altLang="zh-TW" sz="1400" dirty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5</a:t>
            </a:r>
            <a:r>
              <a:rPr lang="zh-TW" sz="1400" dirty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M</a:t>
            </a:r>
            <a:r>
              <a:rPr lang="zh-TW" sz="1400" dirty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B、</a:t>
            </a:r>
            <a:r>
              <a:rPr lang="zh-TW" sz="1400" dirty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內容</a:t>
            </a:r>
            <a:r>
              <a:rPr lang="en-US" altLang="zh-TW" sz="1400" dirty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10-</a:t>
            </a:r>
            <a:r>
              <a:rPr lang="zh-TW" sz="1400" dirty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15</a:t>
            </a:r>
            <a:r>
              <a:rPr lang="zh-TW" sz="1400" dirty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頁為限（不含封面封底）。</a:t>
            </a:r>
            <a:endParaRPr sz="1400" dirty="0">
              <a:solidFill>
                <a:schemeClr val="dk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28600" lvl="0" indent="-2349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zh-TW" sz="14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次等</a:t>
            </a:r>
            <a:r>
              <a:rPr lang="zh-TW" sz="1400" dirty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重要的訊息或圖片說明文字，可使用較小字級，但</a:t>
            </a:r>
            <a:r>
              <a:rPr lang="zh-TW" sz="14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需</a:t>
            </a:r>
            <a:r>
              <a:rPr lang="zh-TW" altLang="en-US" sz="14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評審可</a:t>
            </a:r>
            <a:r>
              <a:rPr lang="zh-TW" sz="14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清楚</a:t>
            </a:r>
            <a:r>
              <a:rPr lang="zh-TW" altLang="en-US" sz="14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閱</a:t>
            </a:r>
            <a:r>
              <a:rPr lang="zh-TW" sz="14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讀</a:t>
            </a:r>
            <a:r>
              <a:rPr lang="zh-TW" sz="1400" dirty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。</a:t>
            </a:r>
            <a:endParaRPr sz="1400" dirty="0">
              <a:solidFill>
                <a:schemeClr val="dk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28600" lvl="0" indent="-2349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zh-TW" sz="1400" dirty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為維持</a:t>
            </a:r>
            <a:r>
              <a:rPr lang="zh-TW" sz="14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評</a:t>
            </a:r>
            <a:r>
              <a:rPr lang="zh-TW" altLang="en-US" sz="14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審</a:t>
            </a:r>
            <a:r>
              <a:rPr lang="zh-TW" sz="14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公平</a:t>
            </a:r>
            <a:r>
              <a:rPr lang="zh-TW" altLang="en-US" sz="14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性</a:t>
            </a:r>
            <a:r>
              <a:rPr lang="zh-TW" sz="14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，</a:t>
            </a:r>
            <a:r>
              <a:rPr lang="zh-TW" sz="1400" dirty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簡報中請勿放入任何跟參賽者個人、學校、系級有關的資訊。</a:t>
            </a:r>
            <a:endParaRPr sz="1400" dirty="0">
              <a:solidFill>
                <a:schemeClr val="dk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28600" lvl="1" indent="-234950">
              <a:lnSpc>
                <a:spcPct val="100000"/>
              </a:lnSpc>
              <a:spcBef>
                <a:spcPts val="600"/>
              </a:spcBef>
              <a:buSzPts val="1600"/>
            </a:pPr>
            <a:r>
              <a:rPr lang="zh-TW" sz="1400" dirty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檔案命名方式</a:t>
            </a:r>
            <a:r>
              <a:rPr lang="zh-TW" sz="1400" dirty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：</a:t>
            </a:r>
            <a:r>
              <a:rPr lang="zh-TW" altLang="en-US" sz="1400" dirty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競賽編號</a:t>
            </a:r>
            <a:r>
              <a:rPr lang="en-US" altLang="zh-TW" sz="14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_</a:t>
            </a:r>
            <a:r>
              <a:rPr lang="zh-TW" altLang="en-US" sz="14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作品名稱</a:t>
            </a:r>
            <a:r>
              <a:rPr lang="en-US" altLang="zh-TW" sz="14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_</a:t>
            </a:r>
            <a:r>
              <a:rPr lang="zh-TW" altLang="en-US" sz="14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簡報</a:t>
            </a:r>
            <a:r>
              <a:rPr lang="en-US" altLang="zh-TW" sz="1400" dirty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 </a:t>
            </a:r>
            <a:r>
              <a:rPr lang="en-US" altLang="zh-TW" sz="14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 (</a:t>
            </a:r>
            <a:r>
              <a:rPr lang="zh-TW" altLang="en-US" sz="14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作品名稱</a:t>
            </a:r>
            <a:r>
              <a:rPr lang="zh-TW" sz="14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請勿</a:t>
            </a:r>
            <a:r>
              <a:rPr lang="zh-TW" sz="1400" dirty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填寫校名、系所和個人</a:t>
            </a:r>
            <a:r>
              <a:rPr lang="zh-TW" sz="14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資料</a:t>
            </a:r>
            <a:r>
              <a:rPr lang="zh-TW" altLang="en-US" sz="14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。</a:t>
            </a:r>
            <a:r>
              <a:rPr lang="en-US" altLang="zh-TW" sz="14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)</a:t>
            </a:r>
            <a:endParaRPr sz="1400" dirty="0">
              <a:solidFill>
                <a:schemeClr val="dk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28600" lvl="1" indent="-2349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zh-TW" sz="1400" dirty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簡報</a:t>
            </a:r>
            <a:r>
              <a:rPr lang="zh-TW" sz="1400" dirty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檔案繳交格式：PDF</a:t>
            </a:r>
            <a:endParaRPr sz="1400" dirty="0">
              <a:solidFill>
                <a:schemeClr val="dk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28600" lvl="1" indent="-2349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zh-TW" sz="1400" dirty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簡報中請勿使用任何動畫效果及嵌入影片，但可嵌入靜態圖片或影片連結。</a:t>
            </a:r>
            <a:endParaRPr sz="1400" dirty="0">
              <a:solidFill>
                <a:schemeClr val="dk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28600" lvl="0" indent="-2349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</a:pPr>
            <a:r>
              <a:rPr lang="zh-TW" sz="1400" dirty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參賽</a:t>
            </a:r>
            <a:r>
              <a:rPr lang="zh-TW" sz="1400" dirty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作品不得包含可能損害競賽官網和影響比賽進行的病毒、毀損檔案、木馬或其他任何惡意</a:t>
            </a:r>
            <a:r>
              <a:rPr lang="zh-TW" sz="14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程式</a:t>
            </a:r>
            <a:r>
              <a:rPr lang="zh-TW" altLang="en-US" sz="1400" dirty="0" smtClean="0">
                <a:solidFill>
                  <a:schemeClr val="dk1"/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。</a:t>
            </a:r>
            <a:endParaRPr lang="en-US" altLang="zh-TW" sz="1400" dirty="0" smtClean="0">
              <a:solidFill>
                <a:schemeClr val="dk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28600" lvl="0" indent="-2349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</a:pPr>
            <a:endParaRPr lang="en-US" sz="1400" dirty="0">
              <a:solidFill>
                <a:schemeClr val="dk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28600" lvl="0" indent="-2349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</a:pPr>
            <a:endParaRPr lang="en-US" sz="1400" dirty="0" smtClean="0">
              <a:solidFill>
                <a:schemeClr val="dk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28600" lvl="0" indent="-2349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</a:pPr>
            <a:endParaRPr lang="en-US" sz="1400" dirty="0">
              <a:solidFill>
                <a:schemeClr val="dk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28600" lvl="0" indent="-2349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</a:pPr>
            <a:endParaRPr lang="en-US" sz="1400" dirty="0" smtClean="0">
              <a:solidFill>
                <a:schemeClr val="dk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228600" lvl="0" indent="-2349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</a:pPr>
            <a:endParaRPr lang="en-US" sz="1400" dirty="0">
              <a:solidFill>
                <a:schemeClr val="dk1"/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SzPts val="1600"/>
              <a:buNone/>
            </a:pPr>
            <a:r>
              <a:rPr lang="zh-TW" altLang="zh-TW" sz="1400" dirty="0">
                <a:solidFill>
                  <a:schemeClr val="bg1">
                    <a:lumMod val="75000"/>
                  </a:schemeClr>
                </a:solidFill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（詳讀完畢，繳交提案前可以將此頁面刪除）</a:t>
            </a:r>
            <a:endParaRPr sz="1400" dirty="0">
              <a:solidFill>
                <a:schemeClr val="bg1">
                  <a:lumMod val="75000"/>
                </a:schemeClr>
              </a:solidFill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77" name="Google Shape;7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zh-TW"/>
              <a:t>2</a:t>
            </a:fld>
            <a:endParaRPr/>
          </a:p>
        </p:txBody>
      </p:sp>
      <p:pic>
        <p:nvPicPr>
          <p:cNvPr id="5" name="圖片 4" descr="描述: Yes logo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8191" y="365125"/>
            <a:ext cx="2089750" cy="831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zh-TW" altLang="en-US" sz="4000" dirty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一、作品說明介紹</a:t>
            </a:r>
            <a:endParaRPr sz="4000" dirty="0"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83" name="Google Shape;8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Char char="•"/>
            </a:pPr>
            <a:endParaRPr dirty="0">
              <a:solidFill>
                <a:srgbClr val="7F7F7F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8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zh-TW"/>
              <a:t>3</a:t>
            </a:fld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4674712" y="5489972"/>
            <a:ext cx="2802835" cy="40838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圖片 5" descr="描述: Yes logo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8191" y="365125"/>
            <a:ext cx="2089750" cy="831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zh-TW" altLang="en-US" sz="4000" dirty="0" smtClean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二、動機及執行計劃</a:t>
            </a:r>
            <a:endParaRPr sz="4000" dirty="0"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83" name="Google Shape;8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lnSpc>
                <a:spcPct val="100000"/>
              </a:lnSpc>
              <a:spcBef>
                <a:spcPts val="0"/>
              </a:spcBef>
              <a:buClr>
                <a:srgbClr val="7F7F7F"/>
              </a:buClr>
              <a:buSzPts val="2800"/>
            </a:pPr>
            <a:r>
              <a:rPr lang="zh-TW" altLang="zh-TW" b="1" dirty="0"/>
              <a:t>使用</a:t>
            </a:r>
            <a:r>
              <a:rPr lang="en-US" altLang="zh-TW" b="1" dirty="0"/>
              <a:t>AI</a:t>
            </a:r>
            <a:r>
              <a:rPr lang="zh-TW" altLang="zh-TW" b="1" dirty="0"/>
              <a:t>工具、執行</a:t>
            </a:r>
            <a:r>
              <a:rPr lang="zh-TW" altLang="zh-TW" b="1" dirty="0" smtClean="0"/>
              <a:t>方法</a:t>
            </a:r>
            <a:endParaRPr dirty="0">
              <a:solidFill>
                <a:srgbClr val="7F7F7F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8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zh-TW"/>
              <a:t>4</a:t>
            </a:fld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4674712" y="5489972"/>
            <a:ext cx="2802835" cy="40838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圖片 5" descr="描述: Yes logo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8191" y="365125"/>
            <a:ext cx="2089750" cy="8318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0488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zh-TW" altLang="en-US" sz="4000" dirty="0" smtClean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三、</a:t>
            </a:r>
            <a:r>
              <a:rPr lang="zh-TW" altLang="zh-TW" sz="4000" b="1" dirty="0"/>
              <a:t>功能</a:t>
            </a:r>
            <a:r>
              <a:rPr lang="zh-TW" altLang="zh-TW" sz="4000" b="1" dirty="0" smtClean="0"/>
              <a:t>介紹</a:t>
            </a:r>
            <a:endParaRPr sz="4000" dirty="0"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83" name="Google Shape;8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buClr>
                <a:srgbClr val="7F7F7F"/>
              </a:buClr>
              <a:buSzPts val="2800"/>
            </a:pPr>
            <a:r>
              <a:rPr lang="zh-TW" altLang="zh-TW" b="1" dirty="0"/>
              <a:t>功能介紹、系統架構、操作介面、規格說明</a:t>
            </a:r>
            <a:endParaRPr lang="zh-TW" altLang="zh-TW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</a:pPr>
            <a:endParaRPr dirty="0">
              <a:solidFill>
                <a:srgbClr val="7F7F7F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8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zh-TW"/>
              <a:t>5</a:t>
            </a:fld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4674712" y="5489972"/>
            <a:ext cx="2802835" cy="40838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圖片 5" descr="描述: Yes logo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8191" y="365125"/>
            <a:ext cx="2089750" cy="8318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21229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zh-TW" altLang="en-US" sz="4000" dirty="0" smtClean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四、預期結果及效益</a:t>
            </a:r>
            <a:endParaRPr sz="4000" dirty="0"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83" name="Google Shape;8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Char char="•"/>
            </a:pPr>
            <a:endParaRPr dirty="0">
              <a:solidFill>
                <a:srgbClr val="7F7F7F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8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zh-TW"/>
              <a:t>6</a:t>
            </a:fld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4674712" y="5489972"/>
            <a:ext cx="2802835" cy="40838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圖片 5" descr="描述: Yes logo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8191" y="365125"/>
            <a:ext cx="2089750" cy="8318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4160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zh-TW" altLang="en-US" sz="4000" dirty="0" smtClean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五、團隊成員、經歷及分工</a:t>
            </a:r>
            <a:endParaRPr sz="4000" dirty="0"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83" name="Google Shape;8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Char char="•"/>
            </a:pPr>
            <a:endParaRPr dirty="0">
              <a:solidFill>
                <a:srgbClr val="7F7F7F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8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zh-TW"/>
              <a:t>7</a:t>
            </a:fld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4674712" y="5489972"/>
            <a:ext cx="2802835" cy="40838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圖片 5" descr="描述: Yes logo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8191" y="365125"/>
            <a:ext cx="2089750" cy="8318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1444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zh-TW" altLang="en-US" sz="4000" dirty="0" smtClean="0">
                <a:latin typeface="Adobe 繁黑體 Std B" panose="020B0700000000000000" pitchFamily="34" charset="-120"/>
                <a:ea typeface="Adobe 繁黑體 Std B" panose="020B0700000000000000" pitchFamily="34" charset="-120"/>
              </a:rPr>
              <a:t>六、其它</a:t>
            </a:r>
            <a:endParaRPr sz="4000" dirty="0">
              <a:latin typeface="Adobe 繁黑體 Std B" panose="020B0700000000000000" pitchFamily="34" charset="-120"/>
              <a:ea typeface="Adobe 繁黑體 Std B" panose="020B0700000000000000" pitchFamily="34" charset="-120"/>
            </a:endParaRPr>
          </a:p>
        </p:txBody>
      </p:sp>
      <p:sp>
        <p:nvSpPr>
          <p:cNvPr id="83" name="Google Shape;8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Char char="•"/>
            </a:pPr>
            <a:endParaRPr dirty="0">
              <a:solidFill>
                <a:srgbClr val="7F7F7F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84" name="Google Shape;8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zh-TW"/>
              <a:t>8</a:t>
            </a:fld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4674712" y="5489972"/>
            <a:ext cx="2802835" cy="40838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圖片 5" descr="描述: Yes logo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8191" y="365125"/>
            <a:ext cx="2089750" cy="8318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101988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291</Words>
  <Application>Microsoft Office PowerPoint</Application>
  <PresentationFormat>寬螢幕</PresentationFormat>
  <Paragraphs>36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Adobe 繁黑體 Std B</vt:lpstr>
      <vt:lpstr>Microsoft JhengHei</vt:lpstr>
      <vt:lpstr>Arial</vt:lpstr>
      <vt:lpstr>Calibri</vt:lpstr>
      <vt:lpstr>Simple Light</vt:lpstr>
      <vt:lpstr>初賽提案簡報範本</vt:lpstr>
      <vt:lpstr>注意事項</vt:lpstr>
      <vt:lpstr>一、作品說明介紹</vt:lpstr>
      <vt:lpstr>二、動機及執行計劃</vt:lpstr>
      <vt:lpstr>三、功能介紹</vt:lpstr>
      <vt:lpstr>四、預期結果及效益</vt:lpstr>
      <vt:lpstr>五、團隊成員、經歷及分工</vt:lpstr>
      <vt:lpstr>六、其它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初賽企劃書範本</dc:title>
  <dc:creator>LycaLC Huang</dc:creator>
  <cp:lastModifiedBy>黃敬婷DORIS317</cp:lastModifiedBy>
  <cp:revision>5</cp:revision>
  <dcterms:created xsi:type="dcterms:W3CDTF">2016-03-16T08:42:52Z</dcterms:created>
  <dcterms:modified xsi:type="dcterms:W3CDTF">2025-09-25T02:41:06Z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4b0480e6-5bf5-43b5-8192-37b25754d0f6</vt:lpwstr>
  </property>
  <property fmtid="{D5CDD505-2E9C-101B-9397-08002B2CF9AE}" pid="3" name="CorningConfigurationVersion">
    <vt:lpwstr>3.0.11.5.1TC</vt:lpwstr>
  </property>
  <property fmtid="{D5CDD505-2E9C-101B-9397-08002B2CF9AE}" pid="4" name="CCTCode">
    <vt:lpwstr>NC</vt:lpwstr>
  </property>
  <property fmtid="{D5CDD505-2E9C-101B-9397-08002B2CF9AE}" pid="5" name="CorningFullClassification">
    <vt:lpwstr>Non-Corning</vt:lpwstr>
  </property>
  <property fmtid="{D5CDD505-2E9C-101B-9397-08002B2CF9AE}" pid="6" name="CRCCode">
    <vt:lpwstr/>
  </property>
  <property fmtid="{D5CDD505-2E9C-101B-9397-08002B2CF9AE}" pid="7" name="CORNINGClassification">
    <vt:lpwstr>Non-Corning</vt:lpwstr>
  </property>
  <property fmtid="{D5CDD505-2E9C-101B-9397-08002B2CF9AE}" pid="8" name="CORNINGLabelExtension">
    <vt:lpwstr>None</vt:lpwstr>
  </property>
  <property fmtid="{D5CDD505-2E9C-101B-9397-08002B2CF9AE}" pid="9" name="CORNINGDisplayOptionalMarkingLanguage">
    <vt:lpwstr>None</vt:lpwstr>
  </property>
  <property fmtid="{D5CDD505-2E9C-101B-9397-08002B2CF9AE}" pid="10" name="CORNINGMarkingOption">
    <vt:lpwstr>Automatic</vt:lpwstr>
  </property>
  <property fmtid="{D5CDD505-2E9C-101B-9397-08002B2CF9AE}" pid="11" name="_AdHocReviewCycleID">
    <vt:i4>1247188693</vt:i4>
  </property>
  <property fmtid="{D5CDD505-2E9C-101B-9397-08002B2CF9AE}" pid="12" name="_NewReviewCycle">
    <vt:lpwstr/>
  </property>
  <property fmtid="{D5CDD505-2E9C-101B-9397-08002B2CF9AE}" pid="13" name="_EmailSubject">
    <vt:lpwstr>康寧創星家Logo (補充玻璃與透明版)_初賽提案書範本確認</vt:lpwstr>
  </property>
  <property fmtid="{D5CDD505-2E9C-101B-9397-08002B2CF9AE}" pid="14" name="_AuthorEmail">
    <vt:lpwstr>KaoWC@corning.com</vt:lpwstr>
  </property>
  <property fmtid="{D5CDD505-2E9C-101B-9397-08002B2CF9AE}" pid="15" name="_AuthorEmailDisplayName">
    <vt:lpwstr>Kao, Laura (Wei-Chun)</vt:lpwstr>
  </property>
</Properties>
</file>